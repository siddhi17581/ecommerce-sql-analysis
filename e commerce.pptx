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3" r:id="rId6"/>
    <p:sldId id="264" r:id="rId7"/>
    <p:sldId id="266" r:id="rId8"/>
    <p:sldId id="262" r:id="rId9"/>
    <p:sldId id="265" r:id="rId10"/>
    <p:sldId id="260" r:id="rId11"/>
    <p:sldId id="261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62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E4ACE-0B38-36F0-F5C9-1A86122B35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7D334EB-8979-EA88-12F8-479BA903F6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2497CC-DD6E-6F2F-6CA8-B6D712719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7CADAD-4236-43A9-A458-659F127FBD4B}" type="datetimeFigureOut">
              <a:rPr lang="en-IN" smtClean="0"/>
              <a:t>22-06-2026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74ED61-CA55-D40E-1EFA-0AC84E758D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D8362E-9ED2-0EC9-53DD-162AB53C20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2BD7B1-E00E-445A-8ED8-B2DB0E930B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25108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77E78-09F9-3BF8-02C0-D866622C5F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89E177-27B5-6C3F-04E2-408ABD7F26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DE022B-34DA-34DC-020D-AA61A6A442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7CADAD-4236-43A9-A458-659F127FBD4B}" type="datetimeFigureOut">
              <a:rPr lang="en-IN" smtClean="0"/>
              <a:t>22-06-2026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7DA39E-6D5E-BC58-690B-85D4DC311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603124-970E-A499-BA91-023F1D63E7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2BD7B1-E00E-445A-8ED8-B2DB0E930B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54597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69657D-49BC-F6C1-6D60-0E4B8994A9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B6A409-FFBB-0754-5144-F7E390509D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8E89AF-4FC1-3ABA-469E-1E3E8D1CC8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7CADAD-4236-43A9-A458-659F127FBD4B}" type="datetimeFigureOut">
              <a:rPr lang="en-IN" smtClean="0"/>
              <a:t>22-06-2026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8DC398-2101-CBEE-5A4B-949132DD1C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5A5482-964D-DDCE-0441-7C242AA0BF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2BD7B1-E00E-445A-8ED8-B2DB0E930B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77489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065D5D-67C5-D14D-E210-7A5584F1EA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39BBA3-0839-293B-AF8A-151EB12770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4C43F0-B9AD-A5C5-BBBE-02D15D855B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1DD138-6ABE-B4E4-8002-79705F0414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7CADAD-4236-43A9-A458-659F127FBD4B}" type="datetimeFigureOut">
              <a:rPr lang="en-IN" smtClean="0"/>
              <a:t>22-06-2026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613F48-BC40-E4BF-90CA-1CFFC50884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AE2DF9-7B2C-EF9C-5DA7-792DDAF2A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2BD7B1-E00E-445A-8ED8-B2DB0E930B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86703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A5F9FF-3766-FCBE-A2C5-DB103D8987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9C6B4E-9CD0-38BA-09E9-37BD95CB1E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C59156-036F-152E-D6ED-3714A9E1EC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16C1EC8-E71F-FEC6-F033-462F43B153D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6F3B722-54BF-EC92-A9D5-8E9C715897B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549B6AD-F39E-6510-0C9E-3913259BA9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7CADAD-4236-43A9-A458-659F127FBD4B}" type="datetimeFigureOut">
              <a:rPr lang="en-IN" smtClean="0"/>
              <a:t>22-06-2026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6ECD8DB-5609-F2E3-26F6-513E6CFA4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D09998B-102B-7782-0FA6-FC4E9705C0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2BD7B1-E00E-445A-8ED8-B2DB0E930B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8386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C3075-4AA8-2CE7-D7BA-F88601052A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E5BACD-90A4-6D4E-892D-F430B0F55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7CADAD-4236-43A9-A458-659F127FBD4B}" type="datetimeFigureOut">
              <a:rPr lang="en-IN" smtClean="0"/>
              <a:t>22-06-2026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28B308-9F50-51FE-52A3-6F8C13E61A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B03CA6-03DB-8721-F1EC-53ED68CDA6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2BD7B1-E00E-445A-8ED8-B2DB0E930B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67079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84A74EE-A3F5-E4DF-1C2C-7B20D57B13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7CADAD-4236-43A9-A458-659F127FBD4B}" type="datetimeFigureOut">
              <a:rPr lang="en-IN" smtClean="0"/>
              <a:t>22-06-2026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F94ABB4-14E8-0323-A4FD-05FFF51E33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1D5768-9F57-A97E-75E2-44ABEA19D2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2BD7B1-E00E-445A-8ED8-B2DB0E930B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34583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F4D7E-2D17-6410-8A4C-46D52EF59B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5B9179-22F6-2D45-C209-FD5BD67A20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D6FAAF-BD85-3471-ED52-D43937BD55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647C8D-A150-B91D-F46D-765431233D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7CADAD-4236-43A9-A458-659F127FBD4B}" type="datetimeFigureOut">
              <a:rPr lang="en-IN" smtClean="0"/>
              <a:t>22-06-2026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4EC7D9-97A0-805B-2C7A-3F9DF5985D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2FBA4E-6997-A513-C3AB-D7A326EC3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2BD7B1-E00E-445A-8ED8-B2DB0E930B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60959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4C3F2-AA49-1EF3-7E16-59188EB5FC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0CAF137-A6F7-20DD-F8FA-165E7362875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8675C0-18C1-4872-0A18-80E1050E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432DA6-1EA4-DAE8-6309-3D7A86CD48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7CADAD-4236-43A9-A458-659F127FBD4B}" type="datetimeFigureOut">
              <a:rPr lang="en-IN" smtClean="0"/>
              <a:t>22-06-2026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7523D4-1B6F-6C7B-5451-90B38153AD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ECC128-CC34-2EB6-9F8B-450DCB8FF3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2BD7B1-E00E-445A-8ED8-B2DB0E930B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5010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B72BC7-4B24-0FC3-1E95-4E0704E30E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6CAE33-E019-4888-E276-BBE116DA52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D5DBB0-508C-40FA-7DC5-355E613A42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7CADAD-4236-43A9-A458-659F127FBD4B}" type="datetimeFigureOut">
              <a:rPr lang="en-IN" smtClean="0"/>
              <a:t>22-06-2026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B270AA-B17B-42CE-142B-2F71B4D12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382F46-AA2A-AB58-C8D6-E129D7EB3F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2BD7B1-E00E-445A-8ED8-B2DB0E930B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78568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80ADF1D-65A1-ED04-C044-B60CBB52419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D750EE2-C1F0-BCD8-0F8D-C8895ED109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7F53CD-CEA4-6611-F12C-94E5A5CD61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7CADAD-4236-43A9-A458-659F127FBD4B}" type="datetimeFigureOut">
              <a:rPr lang="en-IN" smtClean="0"/>
              <a:t>22-06-2026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A01D6D-653A-2BB4-388E-3D5ED2D5A4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BFF401-EB32-CAAC-196A-4C7D125F1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2BD7B1-E00E-445A-8ED8-B2DB0E930B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25061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E73253A-4FF4-953E-12DC-0AFDAF2024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64D043-64B8-2DE4-D265-C301C0B1F4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DD8997-499E-44EE-6C08-BD91DEDAF0C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7CADAD-4236-43A9-A458-659F127FBD4B}" type="datetimeFigureOut">
              <a:rPr lang="en-IN" smtClean="0"/>
              <a:t>22-06-2026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5D13FC-DD39-6B31-F55D-E7BDD04D28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9D03CF-356C-0634-5AF1-BF14EBEE4C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2BD7B1-E00E-445A-8ED8-B2DB0E930B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48989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929DD9-ACD3-FEBD-2843-FCFEE6D4060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E60C46-0323-2301-C82F-1F1BE156C43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D3F79A4-A2A2-48EF-9CA9-9EF84DE318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45056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98D9F48-6CE3-8FB9-1B36-5C8452256A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10352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738D212-E866-F99A-8C58-72DC7F08EC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2092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DB7A57B-A89B-CFA7-6E35-37AAC1CACE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43762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93F6995-9A40-C462-9A68-9D56393B20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8A6B239-C6C2-4885-FF68-54357B28D9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7130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483C69-BFCD-AAB9-F5C8-1B6E62E54F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B5B0946-E449-0B61-1351-9FAFD05CEE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4966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70AD8F-9842-28C8-3A15-C7BE41F035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C88B0A2-D593-03DB-E177-6D515A00F6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07140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9B31611-D5A9-7A66-2003-1364114A60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65417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B631FD-13E0-29BF-2180-874E10D2D4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8613985-33B8-468E-05DF-BEDC0F1264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3198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F4C6D5A-11B4-FCB1-AB47-25FA9D1995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98838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051DEF0-99ED-4B34-5206-5F49BD61A1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53896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0</Words>
  <Application>Microsoft Office PowerPoint</Application>
  <PresentationFormat>Widescreen</PresentationFormat>
  <Paragraphs>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SIDDHI PATIL</dc:creator>
  <cp:lastModifiedBy>SIDDHI PATIL</cp:lastModifiedBy>
  <cp:revision>1</cp:revision>
  <dcterms:created xsi:type="dcterms:W3CDTF">2026-06-22T14:37:55Z</dcterms:created>
  <dcterms:modified xsi:type="dcterms:W3CDTF">2026-06-22T14:41:26Z</dcterms:modified>
</cp:coreProperties>
</file>